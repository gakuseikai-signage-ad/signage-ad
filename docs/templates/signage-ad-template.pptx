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ここに団体名・タイトル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ここに紹介文・イベント情報などを入力してください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点線の枠内に重要な情報(タイトル・連絡先など)をまとめてください。枠の外側は表示・印刷時に欠けることがあります。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学内サイネージ掲示 申請用テンプレート(16:9)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2026-07-20T08:52:15Z</dcterms:created>
  <dcterms:modified xsi:type="dcterms:W3CDTF">2026-07-20T08:52:15Z</dcterms:modified>
</cp:coreProperties>
</file>